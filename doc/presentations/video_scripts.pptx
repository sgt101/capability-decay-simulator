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6160-24EB-E998-F102-07E1A0B46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8802A-2FB3-17BC-E0D3-46C343584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730F4-7732-B3C4-C237-75F8F78B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82CDB-FB20-C7AE-8B86-647FF562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62621-F6D3-028E-1408-6DA3B3A2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73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D557-0E10-1B6B-5A24-7BE75BE9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327F4-8180-4A6D-BA36-4EFF59826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E27FE-9F0D-2676-4536-82315B6F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6FC1C-4719-18A1-801E-E52EE837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92EF8-4602-B99A-3F7D-71A49668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3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0B1B8-95B7-556A-4EDF-7EE0DE991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CF17D-AF4B-36E1-A084-0C980E52A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E479F-B573-C81C-C6AD-E25823C6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5A1B1-9296-FC92-1626-A1BB743C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3624E-45FC-5A5E-17BF-CC0306E0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4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D734-918D-D3AD-F86B-42AC5E55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A4EA5-2BF0-D3F3-247C-0EC88D9D4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FF249-B977-1524-2FB2-BFBCEC156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F0630-7152-9115-E17E-6DBB3AEA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E631A-A56A-2143-FE8A-DE8F095F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CFE5B-140C-EF95-0DD5-4C207F47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6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16E0-28C8-E9A7-1F72-803807653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6C970-1014-C2A5-79FA-B13307387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E3BFB-56A0-097F-9511-8452037C7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DDAC2-21E2-35DB-FE9F-D09C987C3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80EAD-FF7B-D282-FDD7-DB65CC0D6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8E7EA-2AE8-14DE-49EC-44F3624A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7A3847-B467-8D9A-C648-9B82EDA3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7E09F-B231-7C35-2B7B-182A4E449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3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0980-FFA5-225E-8BB8-3D0B0C13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A589F-B811-DD80-9C9C-2B653469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31E96-AB4B-041D-BB6A-6BDAA641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7239A-FCA0-4560-07CB-29FE63D7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1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A0ACE-AD7A-EBB2-5756-0C3017666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9124A-E5D8-714D-A69C-546F055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28AAC-865A-F962-6B13-F626C891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7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24A8-383D-E250-C328-D5D8ADDE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CBE3-A9D9-21C0-CCBE-E48B341A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401C0-528D-D906-4E5E-961BFF774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6A146-8C3B-FF98-B363-720C756E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0BE60-DFE8-A746-3795-8ED42187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973EF-E707-264D-27CE-FE6E5EE1D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6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51E5-EB5E-BB25-4A1F-E08A5A1E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0B8D2-0031-D4DA-CB8D-623185BF566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90254-35B5-E5D1-9C92-04CA826FF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D4000-BAE9-618C-C29D-86D66BBB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43ED3-636F-1FAD-6A4A-4F27AFFF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100DD-E0FA-902B-FB9A-E22300E29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1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1AF5-DCE9-C49B-501D-4B1E7E04C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115C8-8602-EB10-0024-49F0151D5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41611-105D-BA8B-A364-C2840AD1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0EA8A-724C-BDF7-E4E0-F62A7E13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06E88-BA9F-FB1A-205B-A9CD1949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1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77001A-F7E9-67A1-31B1-03B2E95B5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8EEE6-5D42-A763-D754-A0F91FA9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62362-9497-409D-B240-CAD26B09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86E37-C995-951C-A2CB-59E33766D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73FAF-0C73-D5F4-6045-509F88E9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6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DDBC9-5A9C-8D1A-91B2-2FD243B2B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C0C77-5E70-CF45-A4D9-1A9655706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4EF22-C435-DB64-92F5-8B08843710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3E260-AFE3-DF4B-AF8C-16F66EEB3C9B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19918-7107-9ADE-009B-46793C165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FB38A-2334-710C-DCA4-42313C2A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10EA9-8144-8341-87B3-4EA584C2F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7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3CE699-9419-7EB4-CF8C-408E1A5B0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videos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210BAC-7CA5-FE77-1DA9-0A9EDE6B5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and motivation</a:t>
            </a:r>
          </a:p>
          <a:p>
            <a:r>
              <a:rPr lang="en-US" dirty="0"/>
              <a:t>Overview of all tools and collateral</a:t>
            </a:r>
          </a:p>
          <a:p>
            <a:r>
              <a:rPr lang="en-US" dirty="0"/>
              <a:t>The paper</a:t>
            </a:r>
          </a:p>
          <a:p>
            <a:r>
              <a:rPr lang="en-US" dirty="0"/>
              <a:t>The simulator </a:t>
            </a:r>
          </a:p>
          <a:p>
            <a:r>
              <a:rPr lang="en-US" dirty="0"/>
              <a:t>The data </a:t>
            </a:r>
          </a:p>
          <a:p>
            <a:r>
              <a:rPr lang="en-US" dirty="0"/>
              <a:t>The code base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7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68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EC1A8C-F528-BF8F-8682-61C08E71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05026"/>
            <a:ext cx="7772400" cy="504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17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21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List of videos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Thompson</dc:creator>
  <cp:lastModifiedBy>Simon Thompson</cp:lastModifiedBy>
  <cp:revision>2</cp:revision>
  <dcterms:created xsi:type="dcterms:W3CDTF">2026-09-22T08:30:55Z</dcterms:created>
  <dcterms:modified xsi:type="dcterms:W3CDTF">2026-09-22T10:11:54Z</dcterms:modified>
</cp:coreProperties>
</file>