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48444-4089-7934-57EF-917033875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06E9E-8D53-E387-E707-F64E7498D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1A09E-745E-331B-0116-403F6793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A5FE-6742-9B44-B3D8-311595B5C278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D9C07-1E1C-CBF9-4F95-CF247976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BF3B0-089F-72CF-8D00-E60F5D84A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5C434-B33A-5B49-9124-C6279F88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74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050C1-BC5E-DE99-ED4E-EE037868D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000EB-BCED-D5C5-4194-533812EBD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C2B2-0FF6-ACFA-24C3-E5D51E205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A5FE-6742-9B44-B3D8-311595B5C278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88C9-4090-ABBE-0C8D-E8667BB6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B0944-7EC0-DD37-849B-0CFDFB867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5C434-B33A-5B49-9124-C6279F88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3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B8E9-E8B1-6118-163D-29476EBC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2B680-6DB8-7F18-3941-0E1615BCE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324D7-4AF9-0265-5E49-58E239991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A5FE-6742-9B44-B3D8-311595B5C278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246B8-4EF2-9064-C50E-E215EAE65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DC39B-DCBD-ECE0-8777-3396A6B2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5C434-B33A-5B49-9124-C6279F88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5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B0018-B5D7-4572-E634-84B4C1A1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5F0BB-E694-AFD6-861A-C90AFC224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7775E-A285-A308-6E27-2D311202D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83FC5-E30E-7DAC-56D8-0056FD818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A5FE-6742-9B44-B3D8-311595B5C278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11161-7F73-7D00-A643-46F81150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AD883-D768-5897-5FE4-80A1DB725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5C434-B33A-5B49-9124-C6279F88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79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DB68-BC52-60B1-71E9-FD021F368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FAD1B-89A4-C55A-AB01-16213147A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668ECD-9B9A-0F68-DBDC-4A605350E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4F36B4-1869-3D2C-AC7D-F77EE20E7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24509E-1822-BE88-7D27-8F46F64BA8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255DA6-B422-C1AA-9747-07938939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A5FE-6742-9B44-B3D8-311595B5C278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549DD-C091-2740-76CB-B4DA3D1B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0D6EE8-7CFD-34B9-4AE2-D0726E36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5C434-B33A-5B49-9124-C6279F88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980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84B7A-1E07-414A-8A65-4271F25C9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BD7CA6-7EB6-9325-25D7-ECC99ACEE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A5FE-6742-9B44-B3D8-311595B5C278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88A39-57A7-AEC4-70A3-38EB16075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C8BD7D-0DA2-69A1-F1FC-4E2EC23B0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5C434-B33A-5B49-9124-C6279F88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0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39095-7E42-0825-A4E0-9013CBEF0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A5FE-6742-9B44-B3D8-311595B5C278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6A3BFA-8478-5D16-B1B1-F5F89225A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EBCDE-5393-9FE1-AEB1-C55D699E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5C434-B33A-5B49-9124-C6279F88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22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7B48-DB58-5C5B-7371-68E378D34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BFD10-6E76-A73F-9954-DCD0E4DAA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149509-4A70-0805-9604-02A019B9E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8620A-B1FB-B719-9368-54E1D13A4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A5FE-6742-9B44-B3D8-311595B5C278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8E992-2D08-06F4-8A49-8F8D6F0E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05A6E-E1A9-829F-D0B5-5FC127B3A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5C434-B33A-5B49-9124-C6279F88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1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14E84-7B5F-7171-3173-5E8A62A38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D985BD-18BC-38F5-9622-96B6603DC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81A68-FE18-E1BF-CCE8-6EA417894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F26C2-8E7E-C78A-3764-778B78E6A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A5FE-6742-9B44-B3D8-311595B5C278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7A10C-7FC5-670D-9A4C-2D80AD4F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34912-9DDE-1528-7DC5-5F5F1A13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5C434-B33A-5B49-9124-C6279F88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76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A7C3-5C6C-ECF7-9182-5BE0CAA96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85A1A-3DF3-D633-24CB-DD7BDA3A3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1FE3E-6B09-89A9-C633-470F2A49C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A5FE-6742-9B44-B3D8-311595B5C278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815A0-2E5D-B641-A015-4A8FEE86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3DBD8-A3D8-6AEB-D2AD-F74AE22C8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5C434-B33A-5B49-9124-C6279F88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9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60B98B-19C3-CECD-6E23-85B0059F8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30448-5457-546E-5D1D-045D3FE75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7C729-3D8A-D00A-37A4-113FFF0A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EA5FE-6742-9B44-B3D8-311595B5C278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44D04-03DE-3695-86E1-F6350CABE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F36E4-93CF-8D03-DE51-CC730CF1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5C434-B33A-5B49-9124-C6279F88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05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E6EA6A-7ADE-2D1A-E7CD-F79190197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1B387-3BD7-3B46-7432-6D9E85E09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7DFB5-AA3E-D0C0-74DD-AD5584009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5EA5FE-6742-9B44-B3D8-311595B5C278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E2BC5-D696-20B9-DE74-B8E83A8FD4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41305-E95D-F573-2CF7-65BA91F39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D5C434-B33A-5B49-9124-C6279F88A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0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5FAFC9-688C-735D-E57B-070DFF1C5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16103"/>
            <a:ext cx="7772400" cy="60257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F81482-120D-51E0-F4C8-754286F5C2CE}"/>
              </a:ext>
            </a:extLst>
          </p:cNvPr>
          <p:cNvSpPr txBox="1"/>
          <p:nvPr/>
        </p:nvSpPr>
        <p:spPr>
          <a:xfrm>
            <a:off x="457200" y="1727200"/>
            <a:ext cx="1213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 state</a:t>
            </a:r>
          </a:p>
        </p:txBody>
      </p:sp>
    </p:spTree>
    <p:extLst>
      <p:ext uri="{BB962C8B-B14F-4D97-AF65-F5344CB8AC3E}">
        <p14:creationId xmlns:p14="http://schemas.microsoft.com/office/powerpoint/2010/main" val="2844499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680FD5-F93E-B497-ACB0-1F85DB9D1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694" y="254738"/>
            <a:ext cx="7772400" cy="60257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0A4E7A-71D9-6565-9304-8FE7479CA82C}"/>
              </a:ext>
            </a:extLst>
          </p:cNvPr>
          <p:cNvSpPr txBox="1"/>
          <p:nvPr/>
        </p:nvSpPr>
        <p:spPr>
          <a:xfrm>
            <a:off x="806824" y="1210235"/>
            <a:ext cx="2218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Your bank on AI </a:t>
            </a:r>
          </a:p>
          <a:p>
            <a:r>
              <a:rPr lang="en-US" dirty="0"/>
              <a:t>: strong damping on junior learning</a:t>
            </a:r>
          </a:p>
        </p:txBody>
      </p:sp>
    </p:spTree>
    <p:extLst>
      <p:ext uri="{BB962C8B-B14F-4D97-AF65-F5344CB8AC3E}">
        <p14:creationId xmlns:p14="http://schemas.microsoft.com/office/powerpoint/2010/main" val="253605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CF442C-1640-2024-30FE-C033351E6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16103"/>
            <a:ext cx="7772400" cy="60257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8532A5-FE70-0384-51B3-61EE5652E948}"/>
              </a:ext>
            </a:extLst>
          </p:cNvPr>
          <p:cNvSpPr txBox="1"/>
          <p:nvPr/>
        </p:nvSpPr>
        <p:spPr>
          <a:xfrm>
            <a:off x="396240" y="1402080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AI </a:t>
            </a:r>
          </a:p>
        </p:txBody>
      </p:sp>
    </p:spTree>
    <p:extLst>
      <p:ext uri="{BB962C8B-B14F-4D97-AF65-F5344CB8AC3E}">
        <p14:creationId xmlns:p14="http://schemas.microsoft.com/office/powerpoint/2010/main" val="3031107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C5CBF9A-6E5D-72BD-2E26-07531916B84C}"/>
              </a:ext>
            </a:extLst>
          </p:cNvPr>
          <p:cNvGrpSpPr/>
          <p:nvPr/>
        </p:nvGrpSpPr>
        <p:grpSpPr>
          <a:xfrm>
            <a:off x="729162" y="1091253"/>
            <a:ext cx="10921934" cy="4233783"/>
            <a:chOff x="729162" y="1091253"/>
            <a:chExt cx="10921934" cy="423378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B4675E8-6E8A-F446-7745-448B0E679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162" y="1091253"/>
              <a:ext cx="5460967" cy="423378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0F159BE-E3D3-D6AF-2B4D-5A32A9544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0129" y="1091253"/>
              <a:ext cx="5460967" cy="42337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8352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14</Words>
  <Application>Microsoft Macintosh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Thompson</dc:creator>
  <cp:lastModifiedBy>Simon Thompson</cp:lastModifiedBy>
  <cp:revision>1</cp:revision>
  <dcterms:created xsi:type="dcterms:W3CDTF">2026-08-17T13:11:18Z</dcterms:created>
  <dcterms:modified xsi:type="dcterms:W3CDTF">2026-08-17T14:45:40Z</dcterms:modified>
</cp:coreProperties>
</file>